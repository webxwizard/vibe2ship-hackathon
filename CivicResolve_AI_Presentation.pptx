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VIBE2SHIP HACKATHON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CivicResolve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Citizen Report to Verified Resolution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AI-powered platform that transforms how cities handle municipal complaints.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286000" cy="45720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Gemini AI Triage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4114800"/>
            <a:ext cx="2286000" cy="45720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Priority Scoring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4114800"/>
            <a:ext cx="2286000" cy="45720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Photo Verification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4114800"/>
            <a:ext cx="2286000" cy="45720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Duplicate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complaint systems are broken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🕳️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file complaints and never hear back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058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Routing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which department handles the issue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10058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wire gets same urgency as a cracked tile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10058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Flooding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people report the same pothole = 20 tickets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846320"/>
            <a:ext cx="10058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of Repair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mark 'fixed' without evidence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5623560"/>
            <a:ext cx="10058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715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71600" y="5715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Citizen Recourse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989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closed, no way to reopen a bad fix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CivicResolve AI fixes all of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Auto-Classification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reads the complaint and instantly identifies category, severity &amp; correct department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44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 (0-100)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Formula-based ranking so critical hazards like electrical risks always come 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32104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926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within 150m of each other for the same category get auto-clustered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Verification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5212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must upload repair proof. Admin compares Before vs After side-by-side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411480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6344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Reopen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5212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fix is bad, citizens can reopen the case with justification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11480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32104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21040" y="5212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permanently logged as an immutable event — nothing deleted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End to End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554480" cy="20116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GPS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377440" y="2286000"/>
            <a:ext cx="1554480" cy="20116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77440" y="2926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Severity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297680" y="2286000"/>
            <a:ext cx="1554480" cy="20116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👨‍💼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297680" y="2926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&amp; Routes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17920" y="2286000"/>
            <a:ext cx="1554480" cy="20116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2926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+ Upload Proof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138160" y="2286000"/>
            <a:ext cx="1554480" cy="20116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138160" y="2926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3816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9264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058400" y="2286000"/>
            <a:ext cx="1554480" cy="20116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🎉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0058400" y="2926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Resolved!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Notified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0" y="4846320"/>
            <a:ext cx="64008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4846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If repair is bad → Citizen can REOPEN → Goes back to Admin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Roles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91840" cy="365760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73152" cy="3657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Jenkins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issues with photos &amp; GPS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status of own reports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Upvotes others' reports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reopen bad fixes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291840" cy="365760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011680"/>
            <a:ext cx="73152" cy="3657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286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👨‍💼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38912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Admin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Pendelton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stats dashboard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AI triage suggestions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to departments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repairs &amp; closes cases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291840" cy="365760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011680"/>
            <a:ext cx="73152" cy="3657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2286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🔧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04672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Manager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Vance (Roads)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38404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own dept queue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assigned tickets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repairs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mandatory photo evidence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hero with 'Report an Issue' CTA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Map explorer for public issues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workspace stats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Demo account selector for role switching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disclaimer badge visible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731520"/>
            <a:ext cx="5943600" cy="530352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0" y="731520"/>
            <a:ext cx="5943600" cy="5303520"/>
          </a:xfrm>
          <a:prstGeom prst="roundRect">
            <a:avLst>
              <a:gd name="adj" fmla="val 1724"/>
            </a:avLst>
          </a:prstGeom>
          <a:ln w="1905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 evidence photo (drag &amp; drop)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Detailed issue description box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Interactive GPS map to pin location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Category with 'Let AI Suggest' button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or Private visibility toggle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731520"/>
            <a:ext cx="5943600" cy="530352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0" y="731520"/>
            <a:ext cx="5943600" cy="5303520"/>
          </a:xfrm>
          <a:prstGeom prst="roundRect">
            <a:avLst>
              <a:gd name="adj" fmla="val 1724"/>
            </a:avLst>
          </a:prstGeom>
          <a:ln w="1905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Stats: Total, Critical, Triage, Resolved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Recent incident ledger with priority badges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Global audit log (every action recorded)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Tabs: Dashboard, Triage, Duplicates, Verify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labels on every recommendation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731520"/>
            <a:ext cx="5943600" cy="530352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0" y="731520"/>
            <a:ext cx="5943600" cy="5303520"/>
          </a:xfrm>
          <a:prstGeom prst="roundRect">
            <a:avLst>
              <a:gd name="adj" fmla="val 1724"/>
            </a:avLst>
          </a:prstGeom>
          <a:ln w="1905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Work-Order Queue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Isolated queue — own department only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CRITICAL / HIGH / MEDIUM priority badges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 target timers with overdue alerts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Accept → Repair → Upload Evidence 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Assigned Inbox &amp; Active Repair counters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731520"/>
            <a:ext cx="5943600" cy="530352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0" y="731520"/>
            <a:ext cx="5943600" cy="5303520"/>
          </a:xfrm>
          <a:prstGeom prst="roundRect">
            <a:avLst>
              <a:gd name="adj" fmla="val 1724"/>
            </a:avLst>
          </a:prstGeom>
          <a:ln w="1905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Gemini AI Under the Hood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Does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Reads citizen description &amp; analyzes photo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Predicts category (POTHOLE, ELECTRICAL, etc.)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Assigns severity level (1–5)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Evaluates safety risk (LOW → CRITICAL)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Suggests department routing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Flags sensitive content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Returns confidence score (0–100%)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Graceful Fallback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key? Rule-based heuristics take over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246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Human-in-the-Loop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recommends. Admin decides.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Clearly Labeled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carry 'AI Recommendation' badge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983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Server-Side Only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client-side API key exposure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0" y="56692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5669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= </a:t>
            </a:r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(Severity × 12)</a:t>
            </a:r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Weight</a:t>
            </a:r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Pts</a:t>
            </a:r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Upvote Bonus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64008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Vite, Tailwind CSS 4, Lucide Icons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6400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2788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6400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291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(@google/genai)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6400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3794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 Mock (Firebase-compatible)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251960"/>
            <a:ext cx="6400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1752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Auth (Firebase-ready)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754880"/>
            <a:ext cx="6400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Language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4800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end-to-end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257800"/>
            <a:ext cx="6400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303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Icons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17520" y="5303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5760720"/>
            <a:ext cx="6400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806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Animations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017520" y="5806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library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6263640"/>
            <a:ext cx="6400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182880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77724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2 Commands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229600" y="34747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3474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724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at localhost:3000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🙏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CivicResolve AI brings transparency, accountability,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AI-powered efficiency to municipal complaint resolution.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4389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4846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36576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31920" y="4389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31920" y="4846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36576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92240" y="4389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846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Citizen, Admin, Dept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36576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52560" y="4389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0" y="4846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59436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VIBE2SHIP Hackathon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CivicResolve AI — Project Presentation</dc:title>
  <dc:subject>VIBE2SHIP Hackathon 2026</dc:subject>
  <dc:creator>CivicResolve AI Team</dc:creator>
  <cp:lastModifiedBy>CivicResolve AI Team</cp:lastModifiedBy>
  <cp:revision>1</cp:revision>
  <dcterms:created xsi:type="dcterms:W3CDTF">2026-06-27T15:11:55Z</dcterms:created>
  <dcterms:modified xsi:type="dcterms:W3CDTF">2026-06-27T15:11:55Z</dcterms:modified>
</cp:coreProperties>
</file>